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35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acest slide spune unde ești. Întrebarea rămâne aceeași toate 14 săptămânile; dacă o schimbi, spune explicit că ai pivotat și de 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dacă nu ai o figură sau un tabel, nu ai dovadă. O figură cu baseline-ul lipsă nu se punctează.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Indicații pentru student: un plan e verificabil dacă la checkpoint-ul următor se poate spune da sau nu pentru fiecare rând.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67830"/>
            <a:ext cx="10566400" cy="427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67830"/>
            <a:ext cx="10566400" cy="427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C8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IC3 · CP[0–6] · [NUMELE STRATULUI] · SĂPTĂMÂNA [__]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1379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[Nume Prenume] · [ID temă, ex. A3] · [Titlul mini-twin-ului]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17030"/>
            <a:ext cx="5181600" cy="4124970"/>
          </a:xfrm>
          <a:prstGeom prst="roundRect">
            <a:avLst>
              <a:gd name="adj" fmla="val 1847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/>
          <p:nvPr/>
        </p:nvSpPr>
        <p:spPr>
          <a:xfrm>
            <a:off x="1041400" y="19456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Întrebarea mea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2275830"/>
            <a:ext cx="486613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 singură propoziție: ce vreau să aflu și pentru cine. Nu se schimbă de la un checkpoint la altul decât dacă pivotez.]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31775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Clientul și decizia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400" y="3507730"/>
            <a:ext cx="48661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[Cine folosește rezultatul → ce decizie ia cu el]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7600" y="1717030"/>
            <a:ext cx="5181600" cy="4124970"/>
          </a:xfrm>
          <a:prstGeom prst="roundRect">
            <a:avLst>
              <a:gd name="adj" fmla="val 1847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6426200" y="19456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6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 am ajuns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6200" y="2275830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 curent: [observații / reprezentare / învățare / predicție / interpretare / decizie]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6200" y="2875211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Făcut de la ultimul checkpoint: [2–3 lucruri concrete]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6200" y="3225701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am schimbat față de plan: [nimic / ce și de ce]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din 3 · Fișier Moodle: CP[n]_[Nume].pdf · Prezentare: 3 minute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C8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DOVADA STRATULUI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[Un titlu care spune rezultatul, nu subiectul — ex. „LSTM bate RF cu 4% doar pe </a:t>
            </a: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anii</a:t>
            </a: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cu </a:t>
            </a: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umiditate</a:t>
            </a: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mare”]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2091680"/>
            <a:ext cx="6769100" cy="3743970"/>
          </a:xfrm>
          <a:prstGeom prst="roundRect">
            <a:avLst>
              <a:gd name="adj" fmla="val 1866"/>
            </a:avLst>
          </a:prstGeom>
          <a:solidFill>
            <a:srgbClr val="E9E4D8"/>
          </a:solidFill>
          <a:ln w="12700">
            <a:solidFill>
              <a:srgbClr val="C8702A"/>
            </a:solidFill>
            <a:prstDash val="dash"/>
          </a:ln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/>
          <p:nvPr/>
        </p:nvSpPr>
        <p:spPr>
          <a:xfrm>
            <a:off x="2131660" y="3423940"/>
            <a:ext cx="414403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[AICI: un tabel sau o figură. Nu text.]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0475" y="3810000"/>
            <a:ext cx="588645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CP1: data card + tabelul SOA · CP2: baseline vs. split · CP3: model vs. baseline cu intervale · CP4: ablație pe cazuri noi · CP5: figura centrală a articolului · CP6: demo mockup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97800" y="2085330"/>
            <a:ext cx="3581400" cy="3756670"/>
          </a:xfrm>
          <a:prstGeom prst="roundRect">
            <a:avLst>
              <a:gd name="adj" fmla="val 2128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8026400" y="2313930"/>
            <a:ext cx="32179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6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 se verifică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26400" y="2644130"/>
            <a:ext cx="32179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 / notebook: [link]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26400" y="2976860"/>
            <a:ext cx="32179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Date: [set, versiune, perioadă]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26400" y="3309590"/>
            <a:ext cx="32179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Split: [temporal / spațial / LOYO]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26400" y="3642320"/>
            <a:ext cx="32179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Seed-uri / rulări: [n]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26400" y="3975050"/>
            <a:ext cx="32179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FC9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înseamnă pentru client: [o propoziție]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din 3 · O singură figură sau tabel, cu axe, unități și baseline-ul vizibil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50" dirty="0">
                <a:solidFill>
                  <a:srgbClr val="C87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 ȘI URMĂTOARELE DOUĂ SĂPTĂMÂNI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439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</a:t>
            </a: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și</a:t>
            </a: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următorii</a:t>
            </a: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3000" b="1" i="0" dirty="0" err="1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pași</a:t>
            </a:r>
            <a:r>
              <a:rPr lang="en-US" sz="3000" b="1" i="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 CP[n+1]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666230"/>
            <a:ext cx="5181600" cy="4175770"/>
          </a:xfrm>
          <a:prstGeom prst="roundRect">
            <a:avLst>
              <a:gd name="adj" fmla="val 1825"/>
            </a:avLst>
          </a:prstGeom>
          <a:solidFill>
            <a:srgbClr val="E9E4D8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/>
          <p:nvPr/>
        </p:nvSpPr>
        <p:spPr>
          <a:xfrm>
            <a:off x="1041400" y="18948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Blocaje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2225030"/>
            <a:ext cx="486613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[Blocaj concret — ex. „ISMN are goluri de 3 săptămâni în 2022”] → [ce am încercat] → [ce am nevoie: decizie / date / ajutor]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3073301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[Blocaj sau risc]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400" y="342379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Dacă nu am blocaje, scriu riscul cel mai mare pentru stratul următor.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600" y="1666230"/>
            <a:ext cx="5181600" cy="4175770"/>
          </a:xfrm>
          <a:prstGeom prst="roundRect">
            <a:avLst>
              <a:gd name="adj" fmla="val 1825"/>
            </a:avLst>
          </a:prstGeom>
          <a:solidFill>
            <a:srgbClr val="1B2A41"/>
          </a:solidFill>
          <a:ln/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6426200" y="1894830"/>
            <a:ext cx="48661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9A6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Planul pe 2 săptămâni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6200" y="2225030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Săptămâna [n+1]: [livrabil verificabil]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6200" y="2575520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Săptămâna [n+2]: [livrabil verificabil]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6200" y="2926011"/>
            <a:ext cx="48661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CP[n+1] arăt: [tabelul / figura pe care o voi avea]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26200" y="327650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FC9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Secțiunea de articol pe care o scriu: [Related Work / Data / Methods / Results / Discussion]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din 3 · Întrebarea pentru profesor / grup, dacă există: [__]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3 — Șablon checkpoint (3 slide-uri)">
  <a:themeElements>
    <a:clrScheme name="IC3 — Șablon checkpoint (3 slide-uri)">
      <a:dk1>
        <a:srgbClr val="1B2A41"/>
      </a:dk1>
      <a:lt1>
        <a:srgbClr val="F6F4EE"/>
      </a:lt1>
      <a:dk2>
        <a:srgbClr val="525D6C"/>
      </a:dk2>
      <a:lt2>
        <a:srgbClr val="E0E0DD"/>
      </a:lt2>
      <a:accent1>
        <a:srgbClr val="C8702A"/>
      </a:accent1>
      <a:accent2>
        <a:srgbClr val="D9A66C"/>
      </a:accent2>
      <a:accent3>
        <a:srgbClr val="6A7179"/>
      </a:accent3>
      <a:accent4>
        <a:srgbClr val="4A5568"/>
      </a:accent4>
      <a:accent5>
        <a:srgbClr val="BFC9D9"/>
      </a:accent5>
      <a:accent6>
        <a:srgbClr val="9AA0A6"/>
      </a:accent6>
      <a:hlink>
        <a:srgbClr val="0563C1"/>
      </a:hlink>
      <a:folHlink>
        <a:srgbClr val="954F72"/>
      </a:folHlink>
    </a:clrScheme>
    <a:fontScheme name="IC3 — Șablon checkpoint (3 slide-uri)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516</Words>
  <Application>Microsoft Macintosh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IBM Plex Sans</vt:lpstr>
      <vt:lpstr>IC3 — Șablon checkpoint (3 slide-uri)</vt:lpstr>
      <vt:lpstr>[Nume Prenume] · [ID temă, ex. A3] · [Titlul mini-twin-ului]</vt:lpstr>
      <vt:lpstr>[Un titlu care spune rezultatul, nu subiectul — ex. „LSTM bate RF cu 4% doar pe anii cu umiditate mare”]</vt:lpstr>
      <vt:lpstr>Blocaje și următorii pași la CP[n+1]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IC3 — Șablon checkpoint (3 slide-uri)</dc:title>
  <dc:subject/>
  <dc:creator/>
  <cp:lastModifiedBy>Daniela F.</cp:lastModifiedBy>
  <cp:revision>3</cp:revision>
  <dcterms:created xsi:type="dcterms:W3CDTF">2026-10-05T11:39:29Z</dcterms:created>
  <dcterms:modified xsi:type="dcterms:W3CDTF">2026-10-05T11:47:17Z</dcterms:modified>
</cp:coreProperties>
</file>